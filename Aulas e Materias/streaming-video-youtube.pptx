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9692640" y="-548640"/>
            <a:ext cx="1463040" cy="1463040"/>
          </a:xfrm>
          <a:prstGeom prst="triangle">
            <a:avLst/>
          </a:prstGeom>
          <a:solidFill>
            <a:srgbClr val="1B1B1B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0698480" y="1005840"/>
            <a:ext cx="914400" cy="914400"/>
          </a:xfrm>
          <a:prstGeom prst="triangle">
            <a:avLst/>
          </a:prstGeom>
          <a:solidFill>
            <a:srgbClr val="1B1B1B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11430000" y="-822960"/>
            <a:ext cx="2011680" cy="2011680"/>
          </a:xfrm>
          <a:prstGeom prst="triangle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1554480" cy="155448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298448" y="2761488"/>
            <a:ext cx="658368" cy="71323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de conteúdo e ajuste automático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qualidade no YouTube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dados, algoritmos e inteligência artificial moldam o que você assiste — e em qual qualidade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APRESENTA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0908" y="237744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1048" y="2788920"/>
            <a:ext cx="1005840" cy="10058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01088" y="3063240"/>
            <a:ext cx="402336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98068" y="3977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Caldeira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72788" y="237744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2928" y="2788920"/>
            <a:ext cx="1005840" cy="10058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5912968" y="3063240"/>
            <a:ext cx="402336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09948" y="3977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Trevisan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84668" y="237744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04808" y="2788920"/>
            <a:ext cx="1005840" cy="10058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5" name="Shape 13"/>
          <p:cNvSpPr/>
          <p:nvPr/>
        </p:nvSpPr>
        <p:spPr>
          <a:xfrm rot="5400000">
            <a:off x="9524848" y="3063240"/>
            <a:ext cx="402336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1828" y="3977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Verneck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apresentação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20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20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196596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do YouTube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877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2532888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necessidade do aplicativo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53312" y="3099816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e criadores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21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366674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o algoritmo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2885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88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3312" y="4233672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de uso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2020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020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65392" y="196596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25877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2532888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desvantagens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350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392" y="3099816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Popularidade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035040" y="3721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65392" y="366674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 da plataforma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origem do YouTube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 em fevereiro de 2005 por Chad Hurley, Steve Chen e Jawed Karim — três ex-funcionários do PayPal que queriam facilitar o compartilhamento de vídeos.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51560" y="2743200"/>
            <a:ext cx="0" cy="329184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2660904"/>
            <a:ext cx="164592" cy="16459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532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Fev/2005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2514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domínio e da marca YouTube.com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374136"/>
            <a:ext cx="164592" cy="16459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Abr/2005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32278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 primeiro vídeo, "Me at the zoo"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9264" y="4087368"/>
            <a:ext cx="164592" cy="16459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959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Nov-Dez/2005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394106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investimento e lançamento oficial ao público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9264" y="4800600"/>
            <a:ext cx="164592" cy="16459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4672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Out/2006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46542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pelo Google por US$ 1,65 bilhão em ações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9264" y="5513832"/>
            <a:ext cx="164592" cy="16459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53858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46120" y="53675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Subsidiária da Alphabet, sediada em San Bruno (EUA)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YouTube precisou existir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396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lugar para hospedar vídeos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início dos anos 2000 não havia um site simples e universal para enviar e assistir vídeos amadores.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92024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194560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1396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era complicado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7220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nasceu de uma dificuldade real dos fundadores em enviar um vídeo gravado em uma festa para amigos.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2885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incompatíveis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dispositivo e navegador exigia um player diferente — faltava um padrão fácil de usar.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7880" y="406908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4343400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42885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Faltava um palco para todos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172200" y="4892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existia uma plataforma que desse voz a qualquer pessoa, sem depender de emissoras de TV.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 TÉCNICOS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Criadores e linguagens por trás do app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CRIADORES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7627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 Hurley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 experiência de produto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449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Chen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— Ciência da Computação (Univ. Illinois)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1363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Jawed Karim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— idealizou o conceito original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USADAS HOJE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1031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F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2677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67004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Prototipagem, dados e machine learning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21031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F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2677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Go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0" y="267004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back-end de alta performance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37947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F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9593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436168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 compressão de vídeo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9680" y="37947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F0F0F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39593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0" y="436168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e player de vídeo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· PARTE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YouTube escolhe o que recomendar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0F0F0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ENTRAM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560320"/>
            <a:ext cx="311810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vídeos assistidos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e inscrições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Curtidas, comentários e "não tenho interesse"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exibição e dispositivo usado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5400000">
            <a:off x="3995928" y="3840480"/>
            <a:ext cx="201168" cy="201168"/>
          </a:xfrm>
          <a:prstGeom prst="triangle">
            <a:avLst/>
          </a:prstGeom>
          <a:solidFill>
            <a:srgbClr val="606060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173736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F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233172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560320"/>
            <a:ext cx="311810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(deep learning) cruzam os sinais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colaborativa: compara com usuários parecidos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por conteúdo: analisa tema, título e imagem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em tempo real ajusta o modelo continuamente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5400000">
            <a:off x="7744968" y="3840480"/>
            <a:ext cx="201168" cy="201168"/>
          </a:xfrm>
          <a:prstGeom prst="triangle">
            <a:avLst/>
          </a:prstGeom>
          <a:solidFill>
            <a:srgbClr val="6060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0" y="173736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0F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ENTREGUE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233172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2560320"/>
            <a:ext cx="311810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inicial personalizada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"Próximos vídeos"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Shorts sob medida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Ranqueamento também considera qualidade do canal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· PARTE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qualidade do vídeo se ajusta sozinha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YouTube usa streaming de taxa de bits adaptativa (ABR): o mesmo vídeo é codificado em várias resoluções (de 144p a 4K) e dividido em pequenos segmentos.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337560" cy="2834640"/>
          </a:xfrm>
          <a:prstGeom prst="roundRect">
            <a:avLst>
              <a:gd name="adj" fmla="val 3226"/>
            </a:avLst>
          </a:prstGeom>
          <a:solidFill>
            <a:srgbClr val="232323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587752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conexão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player verifica continuamente a velocidade da internet, o tamanho do buffer e a capacidade da tela.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2331720"/>
            <a:ext cx="3337560" cy="2834640"/>
          </a:xfrm>
          <a:prstGeom prst="roundRect">
            <a:avLst>
              <a:gd name="adj" fmla="val 3226"/>
            </a:avLst>
          </a:prstGeom>
          <a:solidFill>
            <a:srgbClr val="232323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6552" y="2587752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6552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34840" y="32461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segmento ideal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374904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poucos segundos, solicita o próximo trecho do vídeo na resolução mais adequada àquele momento.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2331720"/>
            <a:ext cx="3337560" cy="2834640"/>
          </a:xfrm>
          <a:prstGeom prst="roundRect">
            <a:avLst>
              <a:gd name="adj" fmla="val 3226"/>
            </a:avLst>
          </a:prstGeom>
          <a:solidFill>
            <a:srgbClr val="23232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2587752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119872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38160" y="32461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sem travar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374904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rede piora, a imagem cai de qualidade; se melhora, sobe — tudo sem pausar a reprodução.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440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menos travamentos (buffering) e uma experiência fluida em qualquer conexão ou dispositivo.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de uso: um exemplo real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o que acontece nos bastidores enquanto uma pessoa assiste a um vídeo de futebol no celular.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app e busca "melhores gols"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YouTube registra a busca como um novo sinal de interesse.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21945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43400" y="27614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 ao vídeo até o fim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entende alta retenção: o tema "agrada" esse usuário.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21945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27614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recomenda vídeos parecidos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colaborativa sugere canais de futebol assistidos por perfis semelhantes.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69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6360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Wi-Fi cai e a rede 4G assume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player detecta menos banda disponível em tempo real.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4069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4069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160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43400" y="46360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cai de 1080p para 480p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34340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adaptativo troca a resolução sem pausar o vídeo.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63840" y="4069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4069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46720" y="46360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volta ao normal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4672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sobe de novo automaticamente, sem o usuário fazer nada.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9280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vídeo, "Me at the zoo", tem só 18 segundos e foi publicado por Jawed Karim em abril de 2005.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19659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89280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YouTube quase virou um site de encontros: o slogan original era "Tune in, Hook up".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21868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vídeo que convenceu o Google a comprar a plataforma foi um cover dos Backstreet Boys feito por duas crianças chinesas.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32918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21868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anúncio em vídeo foi ao ar ainda em 2005, promovendo a série Prison Break.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54456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são enviadas mais de 500 horas de vídeo por minuto na plataforma.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6177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544568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canal MrBeast lidera o ranking mundial de inscritos entre criadores individuais.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desvantagens do YouTube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 Netflix — que investe em produções próprias e catálogo fechado — o YouTube aposta em conteúdo aberto, gerado por qualquer pessoa e sustentado por publicidade.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gratuito a bilhões de vídeos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pode publicar e ser descoberta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extremamente diverso e em múltiplos idiomas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renda real para criadores de todos os tamanhos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se adapta a qualquer conexão ou dispositivo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conteúdo é irregular (depende de cada canal)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anúncios e interrupções na experiência gratuita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espalhar desinformação sem checagem prévia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pode criar "bolhas" de conteúdo repetitivo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previsibilidade que um catálogo fechado como a Netflix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alcance do YouTube em 2026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3232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745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 bi+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 por mês no mundo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7830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32323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8745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 mi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97680" y="2651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usam o app todos os dias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178308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232323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18745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min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01000" y="2651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assistido por dia, por usuário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MERCADOS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2316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500 milhões de usuários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316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254 milhões de usuários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2316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maiores mercados do mundo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ETÁRIA E OBJETIVO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97764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39,5%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60920" y="39776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25–44 anos — maior grupo de usuários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44805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4480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19,4%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60920" y="44805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anos — público em crescimento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49834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4983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60920" y="49834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anos — geração mais nativa do formato Shorts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dos usuários: entretenimento e informação no dia a dia — e mais de 60% recorrem ao YouTube para pesquisar produtos antes de comprar.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POR AÍ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futuro do YouTube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empresa se define como "a nova TV": criadores ocupam o lugar do horário nobre, e a inteligência artificial passa a estar em todas as etapas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685800" y="2468880"/>
            <a:ext cx="274320" cy="310896"/>
          </a:xfrm>
          <a:prstGeom prst="triangle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para criadores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95351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para gerar imagens, trilhas sonoras e até "clones digitais" dos próprios criadores em Shorts.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160520" y="22402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4389120" y="2468880"/>
            <a:ext cx="274320" cy="310896"/>
          </a:xfrm>
          <a:prstGeom prst="triangle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como "nova TV"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95351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Multiview personalizável e planos especializados por assinatura no YouTube TV.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863840" y="22402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8092440" y="2468880"/>
            <a:ext cx="274320" cy="310896"/>
          </a:xfrm>
          <a:prstGeom prst="triangle">
            <a:avLst/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dentro do 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295351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Shopping conecta criadores e produtos sem sair do vídeo.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685800" y="4434840"/>
            <a:ext cx="274320" cy="310896"/>
          </a:xfrm>
          <a:prstGeom prst="triangle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370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a conteúdo enganoso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91947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 de vídeos gerados por IA e novas políticas contra deepfakes.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160520" y="42062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4389120" y="4434840"/>
            <a:ext cx="274320" cy="310896"/>
          </a:xfrm>
          <a:prstGeom prst="triangle">
            <a:avLst/>
          </a:prstGeom>
          <a:solidFill>
            <a:srgbClr val="FF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370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controle parental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0" y="491947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tempo configuráveis para o consumo de Shorts por adolescentes.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863840" y="42062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8092440" y="4434840"/>
            <a:ext cx="274320" cy="310896"/>
          </a:xfrm>
          <a:prstGeom prst="triangle">
            <a:avLst/>
          </a:prstGeom>
          <a:solidFill>
            <a:srgbClr val="FF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370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ainda mais personalizadas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92440" y="491947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deve refinar ainda mais o cruzamento entre histórico, contexto e comportamento.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00885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YouTube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9692640" y="-548640"/>
            <a:ext cx="1463040" cy="1463040"/>
          </a:xfrm>
          <a:prstGeom prst="triangle">
            <a:avLst/>
          </a:prstGeom>
          <a:solidFill>
            <a:srgbClr val="1B1B1B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1430000" y="-822960"/>
            <a:ext cx="2011680" cy="2011680"/>
          </a:xfrm>
          <a:prstGeom prst="triangle">
            <a:avLst/>
          </a:prstGeom>
          <a:solidFill>
            <a:srgbClr val="161616"/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2011680"/>
            <a:ext cx="1371600" cy="13716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39816" y="2377440"/>
            <a:ext cx="566928" cy="6217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7490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Caldeira  •  Igor Trevisan  •  Vinicius Verneck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507492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— Como o YouTube usa dados para recomendar e transmitir com qualidade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2026-08-17T23:47:56Z</dcterms:created>
  <dcterms:modified xsi:type="dcterms:W3CDTF">2026-08-17T23:47:56Z</dcterms:modified>
</cp:coreProperties>
</file>